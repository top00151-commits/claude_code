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0CE37-1DC0-A990-508A-A15591CDC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FD93F0-463D-0336-F344-7CFE9211B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A26FA2-0351-524C-824F-1516C3E2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F44730-48FD-9A99-174E-C289925D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17323A-C22D-55F0-8EC7-117F876E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01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04A41-C981-0F5D-2B73-B84CCD9E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A83B8-6D2D-5C65-DAA8-854094CCF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D447F-5AEF-1867-E833-EC882508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11096-A660-31D1-5183-1FDF18B2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7087DB-A3E8-2404-4796-A9A9DEB5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47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ED94D-CEAF-A127-7814-C4CE2222F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5117ED-2CCB-9A7D-5ABA-8D7F79D87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B36B0-CFE6-6B94-CB1A-517E0A245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B6C30-4F1D-6776-F96E-64D204CA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E86A-645F-DF2D-47A6-F655998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89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C5D34-3253-F9DE-C213-C699575B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E148D-E3A2-08AA-D7AB-B39DE3187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83C2EF-442A-4D28-B1AF-A853545FA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6219CF-CE9B-2D6C-497A-C1D291082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81F39E-C0F7-8DE8-A850-4458170A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7F967F-59B4-9BA4-9F00-6398C976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65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06D67-7E77-E55D-0914-54FD2D560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DB614-8EFE-B36F-A51B-5F90FD112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0AE4E7-08BD-06B5-1E34-95EAEA9A9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D71848-F81D-F3AF-7073-B42423E1B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585AEA-BE92-1616-D528-B800DB11A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D98D1F-5CF2-A5FA-7ACF-F622F680E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7F005C-B87B-8492-CA5D-A51EEAC31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7CC523-7DE3-898F-375D-09D788E0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71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2E344-E7BF-863D-3482-5237188C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1C0FA9-C7FB-3872-A77B-631875B38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BF651D-B169-BD97-FFE0-61959944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329BE3-6105-B7C7-6B4A-76269D52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992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144A0C-F215-B6B4-33AA-B4DFD9A2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8DCE91-A6F6-9419-907E-8394EE26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B0799-27EA-BA64-D508-7319859D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67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A0790-D4BE-16B7-C37A-ED735951E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FE9AC5-946F-06AB-9704-EEB1B4801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60D63B-CB1E-47A2-D484-809A20BAF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ACCAFF-10C3-A134-F191-8EA06E0F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B1580D-C96D-0ECF-A8CC-EC4D1A12A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B8B85E-EAC8-7FE6-C4F3-3B0D8539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3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E0DAC-80E3-FF89-AEAF-02A6FB19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2A43BA-AFEB-8027-0AA0-BFFC524C2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FCB95A-FBF0-9370-5D5E-1AF62BB25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A0F8B2-9774-3037-9FAE-4550426D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15BD8A-7A49-094C-8BB5-E0B0313B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844D49-ACCD-5633-003B-8BE8B8D8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84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1D730-FB18-13B5-1FFC-7C2536A5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57D9EA-8E15-14BC-2C2B-F14999FF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CC6DF0-1F94-66FA-C0ED-4001FB24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8E4F10-B266-6878-B7E6-2563C6F8E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4DB4C2-CB15-2FF5-E658-163F0959E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67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67EAA3-E0A7-2E64-01D2-FFDEBC31B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6400B1-CE60-9995-FE7D-5D9D72B4B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C0BA95-E8E0-F433-06D0-DA1F5AF3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6FCB7-024E-858B-E761-FCAD9875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E6600-CE2A-A8D5-EDF1-A50271B1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32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A1D2DC-2684-89E7-4039-77166FC4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45B54-4731-D1FF-3B3E-C701B2C29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C5663B-0E8D-FB97-0C67-B97FA9FAD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4AD03-B462-4470-9406-65C65037280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D535AB-89D2-DBE1-1556-C57080678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478C25-0F9B-DBA5-30AD-0969FDA18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C9BF1-E87E-44D6-801C-D530C154E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01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knk.jungrack.kim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59711-937C-39F1-CC62-7A0E30D9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83" y="402195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사용 구글 계정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E6F906-B660-B4F2-0AD8-FC34897CB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194" y="2248930"/>
            <a:ext cx="10515600" cy="1192427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altLang="ko-KR" sz="4800" dirty="0" err="1">
                <a:hlinkClick r:id="rId2"/>
              </a:rPr>
              <a:t>knk.jungrack.kim@gmail.com</a:t>
            </a:r>
            <a:br>
              <a:rPr lang="en-US" altLang="ko-KR" sz="4800" dirty="0"/>
            </a:br>
            <a:r>
              <a:rPr lang="en-US" altLang="ko-KR" sz="4800" dirty="0" err="1"/>
              <a:t>kjr03</a:t>
            </a:r>
            <a:r>
              <a:rPr lang="en-US" altLang="ko-KR" sz="4800" dirty="0" err="1">
                <a:solidFill>
                  <a:srgbClr val="FF0000"/>
                </a:solidFill>
              </a:rPr>
              <a:t>xx</a:t>
            </a:r>
            <a:r>
              <a:rPr lang="en-US" altLang="ko-KR" sz="4800" dirty="0" err="1"/>
              <a:t>!kjr</a:t>
            </a:r>
            <a:r>
              <a:rPr lang="en-US" altLang="ko-KR" sz="4800" dirty="0"/>
              <a:t>!</a:t>
            </a:r>
            <a:endParaRPr lang="ko-KR" altLang="en-US" sz="4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8903E37-EC0B-9A81-B0C6-F3FB5910AAD9}"/>
              </a:ext>
            </a:extLst>
          </p:cNvPr>
          <p:cNvSpPr txBox="1">
            <a:spLocks/>
          </p:cNvSpPr>
          <p:nvPr/>
        </p:nvSpPr>
        <p:spPr>
          <a:xfrm>
            <a:off x="1011194" y="4454612"/>
            <a:ext cx="10515600" cy="1192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3600" dirty="0"/>
              <a:t>https://</a:t>
            </a:r>
            <a:r>
              <a:rPr lang="en-US" altLang="ko-KR" sz="3600" dirty="0" err="1"/>
              <a:t>platform.openai.com</a:t>
            </a:r>
            <a:r>
              <a:rPr lang="en-US" altLang="ko-KR" sz="3600" dirty="0"/>
              <a:t>/home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77793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8FB5F5-475D-8E4E-CA53-5C9697B67E1E}"/>
              </a:ext>
            </a:extLst>
          </p:cNvPr>
          <p:cNvSpPr txBox="1"/>
          <p:nvPr/>
        </p:nvSpPr>
        <p:spPr>
          <a:xfrm>
            <a:off x="825836" y="365596"/>
            <a:ext cx="914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CHAT </a:t>
            </a:r>
            <a:r>
              <a:rPr lang="en-US" altLang="ko-KR" dirty="0" err="1"/>
              <a:t>GPT</a:t>
            </a:r>
            <a:r>
              <a:rPr lang="en-US" altLang="ko-KR" dirty="0"/>
              <a:t> API &lt;HAIST WORKS&gt;  /  CHAT </a:t>
            </a:r>
            <a:r>
              <a:rPr lang="en-US" altLang="ko-KR" dirty="0" err="1"/>
              <a:t>GPT</a:t>
            </a:r>
            <a:r>
              <a:rPr lang="en-US" altLang="ko-KR" dirty="0"/>
              <a:t> API &lt;HAIST MSG&gt;</a:t>
            </a:r>
          </a:p>
          <a:p>
            <a:r>
              <a:rPr lang="ko-KR" altLang="en-US" dirty="0"/>
              <a:t>같은 </a:t>
            </a:r>
            <a:r>
              <a:rPr lang="en-US" altLang="ko-KR" dirty="0"/>
              <a:t>KEY </a:t>
            </a:r>
            <a:r>
              <a:rPr lang="ko-KR" altLang="en-US" dirty="0"/>
              <a:t>사용함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E2FF2FB-B308-478A-4DD3-860EF663C60D}"/>
              </a:ext>
            </a:extLst>
          </p:cNvPr>
          <p:cNvSpPr txBox="1">
            <a:spLocks/>
          </p:cNvSpPr>
          <p:nvPr/>
        </p:nvSpPr>
        <p:spPr>
          <a:xfrm>
            <a:off x="825836" y="1615458"/>
            <a:ext cx="10515600" cy="18938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1200" b="1" dirty="0"/>
              <a:t>키를 저장하세요</a:t>
            </a:r>
            <a:br>
              <a:rPr lang="ko-KR" altLang="ko-KR" sz="1200" b="1" dirty="0"/>
            </a:br>
            <a:r>
              <a:rPr lang="ko-KR" altLang="ko-KR" sz="1200" b="1" dirty="0"/>
              <a:t>비밀 키는 다시 볼 수 없으므로</a:t>
            </a:r>
            <a:r>
              <a:rPr lang="ko-KR" altLang="ko-KR" sz="1200" dirty="0"/>
              <a:t> 안전한 곳에 보관하십시오 . </a:t>
            </a:r>
            <a:r>
              <a:rPr lang="ko-KR" altLang="ko-KR" sz="1200" dirty="0" err="1"/>
              <a:t>API</a:t>
            </a:r>
            <a:r>
              <a:rPr lang="ko-KR" altLang="ko-KR" sz="1200" dirty="0"/>
              <a:t> 키를 가진 사람은 누구든지 당신을 대신하여 요청을 보낼 수 있으므로 비밀 키를 안전하게 보관해야 합니다. 만약 비밀 키를 분실하면 새로 생성해야 합니다.</a:t>
            </a:r>
            <a:endParaRPr lang="en-US" altLang="ko-KR" sz="1200" dirty="0"/>
          </a:p>
          <a:p>
            <a:endParaRPr lang="en-US" altLang="ko-KR" sz="1200" dirty="0"/>
          </a:p>
          <a:p>
            <a:br>
              <a:rPr lang="en-US" altLang="ko-KR" sz="1200" dirty="0">
                <a:solidFill>
                  <a:srgbClr val="FF0000"/>
                </a:solidFill>
              </a:rPr>
            </a:br>
            <a:br>
              <a:rPr lang="en-US" altLang="ko-KR" sz="1200" dirty="0">
                <a:solidFill>
                  <a:srgbClr val="FF0000"/>
                </a:solidFill>
              </a:rPr>
            </a:br>
            <a:r>
              <a:rPr lang="en-US" altLang="ko-KR" sz="1200" dirty="0">
                <a:solidFill>
                  <a:srgbClr val="FF0000"/>
                </a:solidFill>
              </a:rPr>
              <a:t>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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07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E51C88-43D0-48F1-94CE-7E1A60C758CB}">
  <we:reference id="wa200005566" version="3.0.0.3" store="ko-KR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88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사용 구글 계정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정락 김</dc:creator>
  <cp:lastModifiedBy>정락 김</cp:lastModifiedBy>
  <cp:revision>10</cp:revision>
  <dcterms:created xsi:type="dcterms:W3CDTF">2026-05-21T03:19:42Z</dcterms:created>
  <dcterms:modified xsi:type="dcterms:W3CDTF">2026-05-31T07:25:58Z</dcterms:modified>
</cp:coreProperties>
</file>