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3" d="100"/>
          <a:sy n="83" d="100"/>
        </p:scale>
        <p:origin x="34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315CEB-B6C8-4A15-704B-D5DD93BDA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B4C141-7538-8896-D1A0-4707649C5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B7B452-9575-71EC-D51B-E5E18F195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871809-E8FC-AC10-F175-671F2422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61138E-502B-CC05-43E2-53E1FDD8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955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D3A72-14EF-4CF3-D49F-388787A2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3517AE-D050-915C-57CD-4E6BE88FA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21AB07-8721-399C-CC9D-63D69A8F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E8DE8-6D64-10D4-EFB3-A3A63661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7C15ED-68E5-18B6-EDAE-5756AC3C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21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52570E-5DA2-23FA-6052-09706BAA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0A481F-6660-2E21-D18E-D9E872862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22BC34-F6D8-50C6-59AD-95D7940A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F45C03-C794-3592-1792-ECD531C2A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0AF207-A9FA-6FB3-8C5F-90FEF30D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26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D7A86-B555-5237-B8FF-615625B3C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6D22B0-AD7A-6405-0ADC-3FFAC4B33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510DE1-272D-18CD-1A8A-55270315A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119AD8-8D4A-808A-1B60-D8A717FF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BFBA4B-ACFC-B116-6301-12BCAEC3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18FE69-BABC-E2EE-ECE7-5A8A5923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04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2122C-4CA3-AEFF-67F9-427917CF9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182F-E6C5-9520-2A85-A07EAD820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5C31FD-C2C7-3FB8-6616-DC7C259EB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C9C004-A8C4-A8B2-93E1-5CD4B8696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00AC9C-D788-0C96-27FC-FBB5BC9BF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5C2591-37BD-9366-91D7-10A8EDD17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3B79AA-DD66-ABFB-95F9-2907DCCD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3378E4-9400-B1B0-6E45-392B8DDB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436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32244-E859-27D0-D5E0-5F925A5B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141087-66C5-D810-B06D-3695D8F34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1BEE3A-9B36-9699-5075-D66457362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619A21-F635-3DA1-7EB1-B136FDBB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59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052D12-1C80-1D67-1AB7-75583A3A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A06EA22-E610-D9D0-0795-7FEDDA444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3D3F90-7692-5E38-BE81-CDD025C2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87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AC9BF-F972-7B1B-E4A6-DDD954CC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D0D4B2-E7AC-F1C7-754D-D7B38F459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7EBBE7-9A93-AB0C-5DA2-9947BB350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145030-D93A-99EC-14C9-F7420CD5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19A5B5-DF15-19EC-310E-E25C6EDE1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E7BF2F-77BE-F50E-BAC0-7BCCDB4B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1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72C76-A46F-5248-37DD-265D9236A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73C8C4-91E6-0F46-0493-8730F3E1F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6D0E31-1CC1-FEB4-CEB3-227795DD8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417C6F-7C2A-5A67-EB27-43A220A4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98654B-A817-8A95-0059-C829D547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7E63A5-0C22-32E1-C369-2F96E94E2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01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CDDE5-44A1-3FFF-9201-28AD52025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062858-2F46-1FEC-8035-6D5EF0DDA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9CEBC3-60C8-2E75-56DF-710A662FD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75CBB4-80F4-AE57-BCAF-79F340B7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EE9F31-3E76-453B-B4C3-16B6B3C4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445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EBCF5E-8DB4-CD10-1926-B716495F3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662D9E-CB47-F868-FE46-17E08FCA9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4D999A-64A6-040A-F461-6B12675BD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538805-2F3D-5B63-FE0E-727798A62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36646B-1835-CF67-CA7A-3702EFB9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08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D07E4A-7489-3654-84D5-0D1256DA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50570C-4201-A3A0-F670-9BC61CDAE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FC0BC1-B0A4-017B-52E8-BEE8C30B6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8CB39-2331-49A8-AD95-4751CC71D944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5B4B65-6F9F-CD99-7352-ED0ED31EE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FBEB62-0E3D-CC2B-5033-B955E9B4F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E6248-3F64-40D4-BF67-389E155AA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22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haist.knknara.co.kr/msg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1A1908-5281-3CAE-2635-6DD9DD0B33FF}"/>
              </a:ext>
            </a:extLst>
          </p:cNvPr>
          <p:cNvSpPr txBox="1"/>
          <p:nvPr/>
        </p:nvSpPr>
        <p:spPr>
          <a:xfrm>
            <a:off x="1190561" y="1546502"/>
            <a:ext cx="100277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STEP</a:t>
            </a:r>
            <a:r>
              <a:rPr lang="ko-KR" altLang="ko-KR" dirty="0"/>
              <a:t> 1 (지금 </a:t>
            </a:r>
            <a:r>
              <a:rPr lang="ko-KR" altLang="ko-KR" dirty="0" err="1"/>
              <a:t>1분</a:t>
            </a:r>
            <a:r>
              <a:rPr lang="ko-KR" altLang="ko-KR" dirty="0"/>
              <a:t>) — </a:t>
            </a:r>
            <a:r>
              <a:rPr lang="ko-KR" altLang="ko-KR" dirty="0" err="1"/>
              <a:t>SECRET_KEY</a:t>
            </a:r>
            <a:r>
              <a:rPr lang="ko-KR" altLang="ko-KR" dirty="0"/>
              <a:t> 생성</a:t>
            </a:r>
          </a:p>
          <a:p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03668422a3ccdc79d18ec0b23e4b9fc49ecb16a001adfb46b5f21601ac7fd445</a:t>
            </a:r>
          </a:p>
          <a:p>
            <a:endParaRPr lang="en-US" altLang="ko-KR" dirty="0"/>
          </a:p>
          <a:p>
            <a:r>
              <a:rPr lang="en-US" altLang="ko-KR" dirty="0"/>
              <a:t>ssh-</a:t>
            </a:r>
            <a:r>
              <a:rPr lang="en-US" altLang="ko-KR" dirty="0" err="1"/>
              <a:t>ed25519</a:t>
            </a:r>
            <a:r>
              <a:rPr lang="en-US" altLang="ko-KR" dirty="0"/>
              <a:t> AAAAC3NzaC1lZDI1NTE5AAAAIJORXVilsae9JlgKiceoRsFVeg1rm8V0TRK5bvm8kwNs </a:t>
            </a:r>
            <a:r>
              <a:rPr lang="en-US" altLang="ko-KR" dirty="0" err="1"/>
              <a:t>knk</a:t>
            </a:r>
            <a:r>
              <a:rPr lang="en-US" altLang="ko-KR" dirty="0"/>
              <a:t>-</a:t>
            </a:r>
            <a:r>
              <a:rPr lang="en-US" altLang="ko-KR" dirty="0" err="1"/>
              <a:t>nas</a:t>
            </a:r>
            <a:r>
              <a:rPr lang="en-US" altLang="ko-KR"/>
              <a:t>-deploy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73F05-B87E-F057-4CF7-8DACD0B05AD6}"/>
              </a:ext>
            </a:extLst>
          </p:cNvPr>
          <p:cNvSpPr txBox="1"/>
          <p:nvPr/>
        </p:nvSpPr>
        <p:spPr>
          <a:xfrm>
            <a:off x="859168" y="681197"/>
            <a:ext cx="561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HAIST WORKS </a:t>
            </a:r>
            <a:r>
              <a:rPr lang="ko-KR" altLang="en-US" dirty="0"/>
              <a:t>구축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0A41E-15E4-D5B9-4425-88714151695C}"/>
              </a:ext>
            </a:extLst>
          </p:cNvPr>
          <p:cNvSpPr txBox="1"/>
          <p:nvPr/>
        </p:nvSpPr>
        <p:spPr>
          <a:xfrm>
            <a:off x="1190561" y="4165816"/>
            <a:ext cx="1002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o.knknara.co.kr:31201</a:t>
            </a:r>
            <a:r>
              <a:rPr lang="ko-KR" altLang="ko-KR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 err="1"/>
              <a:t>User</a:t>
            </a:r>
            <a:r>
              <a:rPr lang="ko-KR" altLang="ko-KR" dirty="0"/>
              <a:t> : </a:t>
            </a:r>
            <a:r>
              <a:rPr lang="ko-KR" altLang="ko-KR" dirty="0" err="1"/>
              <a:t>root</a:t>
            </a:r>
            <a:r>
              <a:rPr lang="ko-KR" altLang="ko-KR" dirty="0"/>
              <a:t> </a:t>
            </a:r>
            <a:r>
              <a:rPr lang="ko-KR" altLang="ko-KR" dirty="0" err="1"/>
              <a:t>PW</a:t>
            </a:r>
            <a:r>
              <a:rPr lang="ko-KR" altLang="ko-KR" dirty="0"/>
              <a:t> : </a:t>
            </a:r>
            <a:r>
              <a:rPr lang="ko-KR" altLang="ko-KR" dirty="0" err="1"/>
              <a:t>knk123</a:t>
            </a:r>
            <a:r>
              <a:rPr lang="ko-KR" altLang="ko-KR" dirty="0"/>
              <a:t>!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D9933-7DAB-5ADC-06B6-68939A892EA0}"/>
              </a:ext>
            </a:extLst>
          </p:cNvPr>
          <p:cNvSpPr txBox="1"/>
          <p:nvPr/>
        </p:nvSpPr>
        <p:spPr>
          <a:xfrm>
            <a:off x="1190561" y="5400136"/>
            <a:ext cx="8844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linkClick r:id="rId2"/>
              </a:rPr>
              <a:t>메신저  </a:t>
            </a:r>
            <a:r>
              <a:rPr lang="ko-KR" altLang="ko-KR" dirty="0" err="1">
                <a:hlinkClick r:id="rId2"/>
              </a:rPr>
              <a:t>https</a:t>
            </a:r>
            <a:r>
              <a:rPr lang="ko-KR" altLang="ko-KR" dirty="0">
                <a:hlinkClick r:id="rId2"/>
              </a:rPr>
              <a:t>://</a:t>
            </a:r>
            <a:r>
              <a:rPr lang="ko-KR" altLang="ko-KR" dirty="0" err="1">
                <a:hlinkClick r:id="rId2"/>
              </a:rPr>
              <a:t>haist.knknara.co.kr</a:t>
            </a:r>
            <a:r>
              <a:rPr lang="ko-KR" altLang="ko-KR" dirty="0">
                <a:hlinkClick r:id="rId2"/>
              </a:rPr>
              <a:t>/</a:t>
            </a:r>
            <a:r>
              <a:rPr lang="ko-KR" altLang="ko-KR" dirty="0" err="1">
                <a:hlinkClick r:id="rId2"/>
              </a:rPr>
              <a:t>msg</a:t>
            </a:r>
            <a:r>
              <a:rPr lang="ko-KR" altLang="ko-KR" dirty="0">
                <a:hlinkClick r:id="rId2"/>
              </a:rPr>
              <a:t>/</a:t>
            </a:r>
            <a:endParaRPr lang="en-US" altLang="ko-KR" dirty="0"/>
          </a:p>
          <a:p>
            <a:r>
              <a:rPr lang="en-US" altLang="ko-KR" dirty="0"/>
              <a:t>HAIST WORKS    </a:t>
            </a:r>
            <a:r>
              <a:rPr lang="ko-KR" altLang="ko-KR" dirty="0" err="1"/>
              <a:t>https</a:t>
            </a:r>
            <a:r>
              <a:rPr lang="ko-KR" altLang="ko-KR" dirty="0"/>
              <a:t>://</a:t>
            </a:r>
            <a:r>
              <a:rPr lang="ko-KR" altLang="ko-KR" dirty="0" err="1"/>
              <a:t>works.knknara.co.kr</a:t>
            </a:r>
            <a:r>
              <a:rPr lang="ko-KR" altLang="ko-KR" dirty="0"/>
              <a:t>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411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62</Words>
  <Application>Microsoft Office PowerPoint</Application>
  <PresentationFormat>와이드스크린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정락 김</dc:creator>
  <cp:lastModifiedBy>정락 김</cp:lastModifiedBy>
  <cp:revision>5</cp:revision>
  <dcterms:created xsi:type="dcterms:W3CDTF">2026-05-28T03:40:46Z</dcterms:created>
  <dcterms:modified xsi:type="dcterms:W3CDTF">2026-05-31T03:38:20Z</dcterms:modified>
</cp:coreProperties>
</file>