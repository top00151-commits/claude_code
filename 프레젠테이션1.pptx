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150" d="100"/>
          <a:sy n="150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4E347-3F54-C1CD-445F-16128D06B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F283B1-EE7D-4F04-EF76-8CD687425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0032B6-8163-772A-1FEA-4857E0FF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55A1E-3CB6-1AF5-7690-62A4DC7C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0D1C9-CEB7-826B-24F2-E7048257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23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78A7-DDE2-6073-5CD8-5DE2D18EA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86B5B2-830C-182D-F0B9-A9EC96B9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5BB069-215B-9717-4CB2-A68E2BEA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837FEA-466E-5A77-6604-F3638FED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9A73E4-6031-97F3-FF8E-BADBDFEF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18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5B9F0-CA2E-16CC-8690-ADB1DCE3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3759E5-8784-0F58-CE14-74B3B41C6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51CD82-F06B-0E2F-CA8F-5C1FF6A6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D68A0-ED86-4847-E5F4-C005B478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56A0D-450E-4C23-3BD7-906F986F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04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7E950-469B-5004-6A10-59C7643E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7AB8CE-33B5-C07F-79D6-C959EBE88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779BF0-7430-782E-B97C-BF7B06082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4AE821-7D4F-634A-6E6E-91496F36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6C7DA7-03AD-425C-6975-F5162F54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C34355-E4BA-BBE2-2979-10FFF810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2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FCA23-13A1-908D-0761-E35F255F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25E886-FD6B-1F6E-9813-A8C78BC14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4C692-8EA7-6204-F342-7EBDE1488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9FD5B8-1CE8-B80E-A0DF-941758C66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F02BB9-6835-E245-97BF-16A37D579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91C23A-44AF-F7D7-2ED1-F87672A6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E262F-8E21-6C8E-EA23-4D68CC54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F54A6B-4896-4E8D-0C41-8CB763F1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6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C4192-E3B1-F06C-0444-47C61A25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1DF140-7397-269C-CAF8-D5E2DEA1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E2E181-0426-115D-7659-7EF0B3EA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D62E99-F9E7-F68B-8F1C-1329EA7F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20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8DE796-34F2-3CE3-92E2-E6A5D9AF5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7747A-1355-9BEA-34CD-A6A85234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399B3-DB15-7B4B-1591-0568409D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38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A9A81-C960-D2C2-A789-C6ABD6FB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9BE6E-DCEB-BC25-30E6-530447253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E0465A-129E-0B5D-8F9F-9364A07AD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68AB32-D757-2E77-E3F5-585197D1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644E87-87E4-C73D-EFE7-8989BD62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AC8327-17C7-CF9E-320F-85A5F9D23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7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1F56E-7F07-CCCC-2D65-C7CC7151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A82286-97DB-4BF2-2A2E-41ED6F601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EFE5E1-4AA6-89AD-18EB-0BE80711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198186-D4DB-6CD2-A50A-D9917BC1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84918C-4109-4E98-E853-E30C8641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AC010-E21F-5C32-5E7C-511C7429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03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BEC05-C78F-C069-C4A3-45803A16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57BC1D-7DF2-ECF0-07CF-46CA93ABC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B5AE4-7A4B-764D-A43F-EA657787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99776E-1FBE-421D-14D3-34A1A5EC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67F71-EDBE-6F50-9994-96E8B99C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89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1E3A05-212B-8D06-F2B4-C8F41DE1E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A9F42A-473C-1D4B-9750-DDA96A942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CDB322-E0FE-F85B-75A0-CEEB16CD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3DC21B-8876-37F5-313A-D7C6F5C6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20D087-CAE8-F0C3-C94E-4F5E39CD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9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24D58D-5A35-5828-7638-99258424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D05CF-CC77-7C2A-238D-C36A68473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D4EA4-8091-8088-EA6D-A695B1379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2BE29-7FA1-4BFC-B32E-325DF75AB5A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3A360F-0A6D-EAF0-F13E-1995A2BF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C9506-0B3C-12CB-C5AB-834F0C390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5A6CA-4C90-45A6-8261-F90A6E25F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23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￬ﾝﾴ￫ﾯﾸ ￬ﾈﾘ￬ﾣﾼ￭ﾙﾕ￬ﾠﾕ￫ﾐﾜ ￭ﾔﾄ￫ﾡﾜ￬ﾠﾝ￭ﾊﾸ ￬ﾠﾕ￫ﾳﾴ￫ﾥﾼ ￬ﾞﾅ￫ﾠﾥ￭ﾕﾘ￪ﾳﾠ, ￪ﾰﾁ ￭ﾘﾸ￪ﾸﾰ￬ﾗﾐ ￫ﾌﾀ￭ﾕﾜ ￫ﾋﾨ￪ﾰﾀ￬ﾙﾀ ￬ﾈﾘ￫ﾟﾉ￬ﾝﾄ ￪ﾳﾄ￬ﾂﾰ￭ﾕﾘ￬ﾗﾬ ￪ﾸﾈ￬ﾕﾡ￬ﾝﾄ ￪ﾳﾄ￬ﾂﾰ￭ﾖﾈ￬ﾊﾵ￫ﾋﾈ￫ﾋﾤ.&#10;&#10;AI 생성 콘텐츠는 정확하지 않을 수 있습니다.">
            <a:extLst>
              <a:ext uri="{FF2B5EF4-FFF2-40B4-BE49-F238E27FC236}">
                <a16:creationId xmlns:a16="http://schemas.microsoft.com/office/drawing/2014/main" id="{0AA80118-C433-1DC2-9C8F-4F5023172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886" y="766743"/>
            <a:ext cx="3886228" cy="532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1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document displays a transaction record, detailing a confirmed order for equipment, including quantity, price, delivery, and payment information, in both KRW and USD currencies.&#10;&#10;AI 생성 콘텐츠는 정확하지 않을 수 있습니다.">
            <a:extLst>
              <a:ext uri="{FF2B5EF4-FFF2-40B4-BE49-F238E27FC236}">
                <a16:creationId xmlns:a16="http://schemas.microsoft.com/office/drawing/2014/main" id="{6C107009-79CD-19C1-123E-E5FAA137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696"/>
          <a:stretch>
            <a:fillRect/>
          </a:stretch>
        </p:blipFill>
        <p:spPr>
          <a:xfrm>
            <a:off x="544485" y="884227"/>
            <a:ext cx="10853766" cy="1471624"/>
          </a:xfrm>
          <a:prstGeom prst="rect">
            <a:avLst/>
          </a:prstGeom>
        </p:spPr>
      </p:pic>
      <p:pic>
        <p:nvPicPr>
          <p:cNvPr id="6" name="그림 5" descr="The document displays a transaction record, detailing a confirmed order for equipment, including quantity, price, delivery, and payment information, in both KRW and USD currencies.&#10;&#10;AI 생성 콘텐츠는 정확하지 않을 수 있습니다.">
            <a:extLst>
              <a:ext uri="{FF2B5EF4-FFF2-40B4-BE49-F238E27FC236}">
                <a16:creationId xmlns:a16="http://schemas.microsoft.com/office/drawing/2014/main" id="{8A4972AF-AC0A-CB7F-FC11-47F22BE9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27" b="69435"/>
          <a:stretch>
            <a:fillRect/>
          </a:stretch>
        </p:blipFill>
        <p:spPr>
          <a:xfrm>
            <a:off x="544485" y="2355851"/>
            <a:ext cx="10853766" cy="317500"/>
          </a:xfrm>
          <a:prstGeom prst="rect">
            <a:avLst/>
          </a:prstGeom>
        </p:spPr>
      </p:pic>
      <p:pic>
        <p:nvPicPr>
          <p:cNvPr id="7" name="그림 6" descr="The document displays a transaction record, detailing a confirmed order for equipment, including quantity, price, delivery, and payment information, in both KRW and USD currencies.&#10;&#10;AI 생성 콘텐츠는 정확하지 않을 수 있습니다.">
            <a:extLst>
              <a:ext uri="{FF2B5EF4-FFF2-40B4-BE49-F238E27FC236}">
                <a16:creationId xmlns:a16="http://schemas.microsoft.com/office/drawing/2014/main" id="{3E8DDD50-187B-C97E-089E-DD6DA9D36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73" b="57143"/>
          <a:stretch>
            <a:fillRect/>
          </a:stretch>
        </p:blipFill>
        <p:spPr>
          <a:xfrm>
            <a:off x="544485" y="3317876"/>
            <a:ext cx="10853766" cy="615950"/>
          </a:xfrm>
          <a:prstGeom prst="rect">
            <a:avLst/>
          </a:prstGeom>
        </p:spPr>
      </p:pic>
      <p:pic>
        <p:nvPicPr>
          <p:cNvPr id="8" name="그림 7" descr="The document displays a transaction record, detailing a confirmed order for equipment, including quantity, price, delivery, and payment information, in both KRW and USD currencies.&#10;&#10;AI 생성 콘텐츠는 정확하지 않을 수 있습니다.">
            <a:extLst>
              <a:ext uri="{FF2B5EF4-FFF2-40B4-BE49-F238E27FC236}">
                <a16:creationId xmlns:a16="http://schemas.microsoft.com/office/drawing/2014/main" id="{03563F91-8359-C4C1-C691-25A34A70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27" b="69435"/>
          <a:stretch>
            <a:fillRect/>
          </a:stretch>
        </p:blipFill>
        <p:spPr>
          <a:xfrm>
            <a:off x="544485" y="2673351"/>
            <a:ext cx="10853766" cy="317500"/>
          </a:xfrm>
          <a:prstGeom prst="rect">
            <a:avLst/>
          </a:prstGeom>
        </p:spPr>
      </p:pic>
      <p:pic>
        <p:nvPicPr>
          <p:cNvPr id="9" name="그림 8" descr="The document displays a transaction record, detailing a confirmed order for equipment, including quantity, price, delivery, and payment information, in both KRW and USD currencies.&#10;&#10;AI 생성 콘텐츠는 정확하지 않을 수 있습니다.">
            <a:extLst>
              <a:ext uri="{FF2B5EF4-FFF2-40B4-BE49-F238E27FC236}">
                <a16:creationId xmlns:a16="http://schemas.microsoft.com/office/drawing/2014/main" id="{7EFA4E42-7475-F686-4275-194BAF68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27" b="69435"/>
          <a:stretch>
            <a:fillRect/>
          </a:stretch>
        </p:blipFill>
        <p:spPr>
          <a:xfrm>
            <a:off x="544485" y="2990851"/>
            <a:ext cx="10853766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0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정락 김</dc:creator>
  <cp:lastModifiedBy>정락 김</cp:lastModifiedBy>
  <cp:revision>1</cp:revision>
  <dcterms:created xsi:type="dcterms:W3CDTF">2026-05-07T00:52:29Z</dcterms:created>
  <dcterms:modified xsi:type="dcterms:W3CDTF">2026-05-07T01:59:57Z</dcterms:modified>
</cp:coreProperties>
</file>